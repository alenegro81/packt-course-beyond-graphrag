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consolidated: LLM-as-judge on correctness/completeness/grounding (three separate dimensions, not one blended score), sub-claim decomposition, anchored rubric, and rationale-before-score. Design choice worth surfacing: reference-based single-answer scoring, deliberately NOT a pairwise 'which is better' judge — that's what makes position/order bias structurally not apply, and it yields an absolute score you can aggregate/gate on. Grounding is scored against the system's actual retrieved context when it's passed in, else the gold answer as a weaker fallback. Overall correctness on decomposed questions is computed in code from the sub-claim verdicts, never asked of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'now what' slide: monitoring, refreshing the graph, cost, and governance for a financial decision-support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whole path is complete.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whether any of it worked.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LLM-as-judge scores correctness, completeness, and grounding — multi-part questions decomposed into independently scored sub-claims.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Bias fixes: an anchored 1/3/5 rubric, and rationale written before the score — so the number follows the reasoning, not the reverse.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ran through the whole build — “did this layer actually help?” — and is consolidated here.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— using an LLM to grade another system's answers against explicit criteria.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for real.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refresh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833872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3912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242048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considerations that separate a course demo from a financial decision-support system in production.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PATH, COMPLETE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built and used.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0140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financial advisor, grown one layer at a time.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pPr algn="l" indent="0" marL="0">
              <a:buNone/>
            </a:pPr>
            <a:r>
              <a:rPr lang="en-US" sz="12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Chief Scientist, GraphAware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