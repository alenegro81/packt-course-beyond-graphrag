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the agent loop with three tools and two grading steps. The design point: self-evaluation via explicit retry edges. Bridge: the loop needs a richer graph to reach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now an agent.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One-shot retrieval replaced by a LangGraph agent with three tools: semantic search, full-text (Lucene) search, and document navigation.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Two grading steps — one scores retrieval and can retry, one scores the final answer and can retry or go back to retrieve.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explicit grade-and-retry edges, not a plain ReAct loop. The agent evaluates its own retrieval and its own answer.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extensibility payoff, cashed in for the first time — but the loop is only as good as what it can reach. Time to grow the graph.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— a framework for building agent loops as explicit graphs of steps.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02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1741932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1740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5304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enrich the graph with structured external data.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