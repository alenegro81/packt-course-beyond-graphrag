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Text-to-Cypher as a deliberate tool of last resort: schema-aware prompting, validation, write guardrails, graceful fallbacks.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slide. The concrete case: the generated query kept selecting Company.name, which is null on the two curated Company nodes (set only on Wikidata-derived stubs), so answers silently dropped names. Mitigation: surface each property's nullability in the schema prompt (a '?' marker from the mandatory flag db.schema.* already returns) — measured 6/8 correct after, vs the earlier severe failures, i.e. better odds, NOT a guaranteed fix (temperature can't be lowered on this Azure deployment). Distinct from that, two infra bugs WERE genuinely fixed while building this — an APOC-free schema serializer (the instance has no usable APOC) and a get_graph() call silently hitting the wrong database on a shared 16-db server. Reliability finding: single-hop generated queries reliable, multi-hop joins not yet. Reinforce 'explainable'.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last-resort way to ask anything.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 schema-aware chain translates natural language into Cypher, wired in as an agent tool with write-operation guardrails.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Reached for only when the curated tools can't answer — powerful, and the one tool we trust least by default.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tools first; generation is the escape hatch, not the default.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— Neo4j's query language. NL — natural language.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PART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Powerful, and not yet fully trustworthy.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it surfaced a real correctness bug — we found a measured mitigation, but generation stays probabilistic, improved, not guaranteed. And a measured limit: single-hop generated queries are reliable, multi-hop joins are not yet. We present both as genuine limitations, not footnotes.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</a:t>
            </a:r>
            <a:pPr algn="l" indent="0" marL="0">
              <a:buNone/>
            </a:pPr>
            <a:r>
              <a:rPr lang="en-US" sz="2000" i="1" dirty="0">
                <a:solidFill>
                  <a:srgbClr val="2E6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</a:t>
            </a:r>
            <a:pPr algn="l" indent="0" marL="0">
              <a:buNone/>
            </a:pPr>
            <a:r>
              <a:rPr lang="en-US" sz="2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half of the title doing its work.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06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8709660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1324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59468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237976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43032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evaluation, and what production actually demands.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06 · 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GraphAware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Alessandro Negro</dc:creator>
  <cp:lastModifiedBy>Alessandro Negro</cp:lastModifiedBy>
  <cp:revision>1</cp:revision>
  <dcterms:created xsi:type="dcterms:W3CDTF">2026-09-14T17:06:02Z</dcterms:created>
  <dcterms:modified xsi:type="dcterms:W3CDTF">2026-09-14T17:06:02Z</dcterms:modified>
</cp:coreProperties>
</file>