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built: a graph-modeled baseline. What broke: anything past flat similarity. Bridge to Module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G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 · 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have a working baseline.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31720"/>
            <a:ext cx="105457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10-K filings ingested into a Company → Document → Chunk graph in Neo4j, embedded locally with bge-m3.</a:t>
            </a:r>
            <a:endParaRPr lang="en-US" sz="16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One-shot vector RAG answers easy lookups end to end.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8862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50" i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choice — we modeled documents as a graph from day one. The baseline's store is the substrate we'll grow, not a throwaway vector index.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8920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flat similarity breaks on multi-hop and cross-document questions. Next: smarter access to the same data.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436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— retrieval-augmented generation.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 · Recap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01 complete.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3977640"/>
            <a:ext cx="10451592" cy="0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3977640"/>
            <a:ext cx="0" cy="0"/>
          </a:xfrm>
          <a:prstGeom prst="line">
            <a:avLst/>
          </a:prstGeom>
          <a:noFill/>
          <a:ln w="19050">
            <a:solidFill>
              <a:srgbClr val="1A1A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3858768"/>
            <a:ext cx="237744" cy="237744"/>
          </a:xfrm>
          <a:prstGeom prst="ellipse">
            <a:avLst/>
          </a:prstGeom>
          <a:solidFill>
            <a:srgbClr val="2E6E6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28316" y="3895344"/>
            <a:ext cx="164592" cy="164592"/>
          </a:xfrm>
          <a:prstGeom prst="ellipse">
            <a:avLst/>
          </a:prstGeom>
          <a:solidFill>
            <a:srgbClr val="F4F4F2"/>
          </a:solidFill>
          <a:ln w="15875">
            <a:solidFill>
              <a:srgbClr val="82827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33372" y="31546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183337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78765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79392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75304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529584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21324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17236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271516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63256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59168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013448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&amp;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505188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80110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75538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Text2Cypher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247120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54303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49731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2578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 — turn the one-shot pipeline into an agentic retrieval loop.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 · Recap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GraphAware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Alessandro Negro</dc:creator>
  <cp:lastModifiedBy>Alessandro Negro</cp:lastModifiedBy>
  <cp:revision>1</cp:revision>
  <dcterms:created xsi:type="dcterms:W3CDTF">2026-09-14T17:06:02Z</dcterms:created>
  <dcterms:modified xsi:type="dcterms:W3CDTF">2026-09-14T17:06:02Z</dcterms:modified>
</cp:coreProperties>
</file>