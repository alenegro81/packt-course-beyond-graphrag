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Beyond GraphRAG — an explainable financial advisor built on a knowledge graph, Neo4j and LLM agents. Alessandro Negro, Chief Scientist at GraphAware.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decisions depend on knowledge spread across sources. Plain RAG's flat chunk retrieval is a weak fit — the scattered squares are disconnected chunks with nothing linking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concrete: financial markets and value investing. What you need to know about a company is spread across filings, news, executive/board data, and structured financials.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span simple lookups, multi-hop reasoning, comparison, and change-over-time — the full range a real advisor must cover, and where flat RAG falls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statement for the whole workshop: gather and organize this information into a knowledge graph, and make it accessible. That's the spine of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as a concept is still the right tool. But it has many implementations, and the choice of implementation is most of what determines whether it works for this kind of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simple: one-shot RAG (Module 1). Embed the question, retrieve chunks, build context, generate an answer. Get the mechanics — then watch it fail on multi-hop, cross-document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an agentic loop. The agent decides which tool to use, uses it, evaluates the result, and retries when retrieval or the answer isn't good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how easy the loop is to extend. Every module from 3 onward adds a new tool to the same agent without restructuring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that ties the course together. An agent that can flexibly choose tools is wasted on a knowledge base that can't grow. That's why a knowledge graph is the foundation, not a flat vector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explicitly because it's how the course is structured: build the knowledge graph step by step and put each extension to use immediately. Never build ahead of what we can demonstrate.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roadmap. This same schematic recurs at every module transition — only the highlight moves. Right now the whole path is ahead of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stack, no logos. Azure OpenAI is chat/generation only; embeddings run locally with bge-m3, so no embedding API call. LangGraph is what makes 'evaluates its own results' concrete — explicit grading and retry edges, not a bare ReAct loop. Version note if asked: development ran against Neo4j 2026.x (Enterprise) — Module 2's multi-property vector index + SEARCH clause need Cypher 25 (Neo4j 2026.01+), and the GDS/Louvain work needs the Graph Data Science library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first notebook, module_01_baseline.ipynb.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built: a graph-modeled baseline. What broke: anything past flat similarity. Bridge to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the agent loop with three tools and two grading steps. The design point: self-evaluation via explicit retry edges. Bridge: the loop needs a richer graph to reach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Grew the graph with Wikidata, Sharadar and NYT news; added Person, Event, Article, FinancialPeriod. Evolved a live graph safely and tested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interesting decision worth surfacing: source disagreement on sector/industry is treated as data, not silently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teaching arc: naive → rigorous single-shot → two-phase (entities, reflection, relationships). The ADR-style decision: one generic label to avoid collisions before resolution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payoff: a side-by-side on a counting question. Unstructured agent struggles; structured agent gets it right in fewer rounds, verified against Cypher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linking (SIMILAR_TO) for re-ranking and clustering; entity resolution to merge duplicates. Resolution pipeline: fuzzy candidate narrowing (RapidFuzz WRatio) → graph-context enrichment → LLM judgment; confirmed members get a SAME_AS edge to a shared canonical EntityGroup hub node (deliberately a hub, not pairwise entity-to-entity edges — a 3+ duplicate cluster becomes one hub, not an N-way clique, and the hub carries canonical_name/type). Singletons stay ungrouped. Louvain tie-in worth making live given the course title: community detection over a similarity graph + per-community summarization IS the core of Microsoft's GraphRAG — here it's used as a targeted, exploratory tool (topic/boilerplate discovery), not adopted as the whole retrieval architecture. That's the 'Beyond GraphRAG' point. Louvain only beats plain connected components on a dense graph (at a lower threshold); at the 0.92 dedup threshold the graph is too sparse for it to add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Text-to-Cypher as a deliberate tool of last resort: schema-aware prompting, validation, write guardrails, graceful fallbacks.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slide. The concrete case: the generated query kept selecting Company.name, which is null on the two curated Company nodes (set only on Wikidata-derived stubs), so answers silently dropped names. Mitigation: surface each property's nullability in the schema prompt (a '?' marker from the mandatory flag db.schema.* already returns) — measured 6/8 correct after, vs the earlier severe failures, i.e. better odds, NOT a guaranteed fix (temperature can't be lowered on this Azure deployment). Distinct from that, two infra bugs WERE genuinely fixed while building this — an APOC-free schema serializer (the instance has no usable APOC) and a get_graph() call silently hitting the wrong database on a shared 16-db server. Reliability finding: single-hop generated queries reliable, multi-hop joins not yet. Reinforce 'explainable'.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consolidated: LLM-as-judge on correctness/completeness/grounding (three separate dimensions, not one blended score), sub-claim decomposition, anchored rubric, and rationale-before-score. Design choice worth surfacing: reference-based single-answer scoring, deliberately NOT a pairwise 'which is better' judge — that's what makes position/order bias structurally not apply, and it yields an absolute score you can aggregate/gate on. Grounding is scored against the system's actual retrieved context when it's passed in, else the gold answer as a weaker fallback. Overall correctness on decomposed questions is computed in code from the sub-claim verdicts, never asked of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'now what' slide: monitoring, refreshing the graph, cost, and governance for a financial decision-support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claim of the course, stated plainly. Two properties that only pay off together: the agent is flexible (iterative, tool-using, self-grading) but that flexibility is wasted on a store that can't grow; the graph is endlessly extensible but inert without something smart enough to exploit each new layer. Pairing them is the whole design — and because retrieval runs through typed tools and explicit graph structure, every answer traces back to its sources: the 'explainable' in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intro's four question types (Multi-hop · Cross-document · Comparison · Change over time). The point: none of these is solved by better prompting over flat chunks — each needed a graph capability plus an agent tool, added together. This is where the flexibility-meets-expansibility thesis becomes concrete rather than a slogan.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whole path is complete.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PACKT COURSE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GraphRAG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explainable financial advisor with knowledge graphs, Neo4j, and LLM agents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Negro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Scientist, GraphAware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decisions need everything in one place.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to decide well is scattered across many documents. It has to be found, aggregated, and summarized before a person can use it.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RAG retrieves flat, disconnected chunks. For this kind of question, that is a weak fit.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129016" y="2212848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3788" y="1956816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81944" y="2596896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3940" y="3108960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68712" y="3236976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0708" y="3749040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7172" y="4005072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03636" y="3749040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20556" y="2596896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83419" y="4133088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7324" y="4337914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retrieval-augmented generation.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investing is a knowledge problem.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judge a company you must know a great deal about it — and that knowledge lives in four different places, never one.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 (10-Ks)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2148840"/>
            <a:ext cx="1097280" cy="1124712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2971800"/>
            <a:ext cx="1097280" cy="301752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&amp; 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3794760"/>
            <a:ext cx="1097280" cy="-521208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0" y="4617720"/>
            <a:ext cx="1097280" cy="-1344168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10928" y="3200400"/>
            <a:ext cx="146304" cy="14630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0353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company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10-K — a company's annual report filed with the U.S. SEC.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REAL ADVISOR MUST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that quietly defeat a vanilla RAG pipeline: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332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a CEO change after joining — and how did the business change with them?</a:t>
            </a:r>
            <a:endParaRPr lang="en-US" sz="2100" dirty="0"/>
          </a:p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 Company A apart from Company B in the same period — and whose approach played out better?</a:t>
            </a:r>
            <a:endParaRPr lang="en-US" sz="2100" dirty="0"/>
          </a:p>
          <a:p>
            <a:pPr algn="l"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a company's stated priorities shift across consecutive annual reports?</a:t>
            </a:r>
            <a:endParaRPr lang="en-US" sz="2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executives moved between rival firms — and what happened around each move?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Multi-hop.  Cross-document.  Comparison.  Change over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the knowledge, organize it as a graph, make it accessible.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spine — a knowledge graph you can grow and query — is what everything else in the course is built 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(knowledge graph) — entities and the relationships between them, stored as a graph.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DONE RIGHT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stays our best friend.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never whether to retrieve — it's how. RAG has many possible implementations, and the implementation is most of what decides whether it actually works for questions like these.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WHERE WE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RAG.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chunks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easy lookups — and visibly stumbles the moment a question needs more than flat similarity.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A SMARTER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chooses a tool, uses it, grades the result — and retries when the retrieval or the answer isn't good enough.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4904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95560" y="4206240"/>
            <a:ext cx="91440" cy="91440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7088" y="4251960"/>
            <a:ext cx="26151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81728" y="4251960"/>
            <a:ext cx="26151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16368" y="4251960"/>
            <a:ext cx="26151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4306824"/>
            <a:ext cx="0" cy="512064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0" y="4818888"/>
            <a:ext cx="2834640" cy="0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4306824"/>
            <a:ext cx="0" cy="512064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  <a:head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65760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large language model (the agent's reasoning).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LOOP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many tools.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agent loop exists, every later module adds a new tool to the same agent — no restructuring.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76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87952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87952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98464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98464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08976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D3D3C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808976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19488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D3D3C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619488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modules add tools to the same agent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is only as good as the knowledge base behind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agent is wasted on a store that can't grow. Extensible retrieval has to be paired with an extensible knowledge store —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knowledge graph</a:t>
            </a:r>
            <a:pPr algn="l" indent="0" marL="0">
              <a:buNone/>
            </a:pPr>
            <a:r>
              <a:rPr lang="en-US" sz="22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a flat vector index.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BUILD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graph one layer at a time — and use each layer at once.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build ahead of what we can demonstrate. Modules 3–7 each add one capability to the graph and one to the agent, in the same step.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layers. Each one earns its place.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ends with a system that is visibly better than the last — motivated by a limitation you just watched the previous one hit.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built 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property graph + native vector index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980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agent loop with retrieval- and answer-grading steps, plus retry edges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0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chat / agent reasoning only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22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sentence-transformers, BAAI/bge-m3 — no embedding API call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342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PDF parsing &amp; chunking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tool wrapping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58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pPr algn="l" indent="0" marL="0"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schema validation throughout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828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RAG on filings.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977640"/>
            <a:ext cx="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10-Ks into Neo4j and stand up a one-shot RAG baseline — then find its edges.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→ Module 01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a working baseline.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10-K filings ingested into a Company → Document → Chunk graph in Neo4j, embedded locally with bge-m3.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One-shot vector RAG answers easy lookups end to end.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we modeled documents as a graph from day one. The baseline's store is the substrate we'll grow, not a throwaway vector index.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flat similarity breaks on multi-hop and cross-document questions. Next: smarter access to the same data.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retrieval-augmented generation.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01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8316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33372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turn the one-shot pipeline into an agentic retrieval loop.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now an agent.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One-shot retrieval replaced by a LangGraph agent with three tools: semantic search, full-text (Lucene) search, and document navigation.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Two grading steps — one scores retrieval and can retry, one scores the final answer and can retry or go back to retrieve.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explicit grade-and-retry edges, not a plain ReAct loop. The agent evaluates its own retrieval and its own answer.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extensibility payoff, cashed in for the first time — but the loop is only as good as what it can reach. Time to grow the graph.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— a framework for building agent loops as explicit graphs of steps.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02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1741932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1740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5304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enrich the graph with structured external data.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now holds more than text.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New sources: Wikidata (executives, board, company profile — no API key), Sharadar (fundamentals, corporate actions), and NYT news.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New node types — Person, Event, Article, FinancialPeriod — grown into a live graph, incrementally and tested at each step.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 was checked to see it improved answers rather than just adding noise.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NYT — The New York Times.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two sources disagree, keep the disagreement.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 and Sharadar sometimes classify the same company's industry or sector differently. We don't silently pick a winner — the conflict is recorded as data the agent can reason over.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138160" y="3566160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84464" y="3639312"/>
            <a:ext cx="1554480" cy="-50292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3639312"/>
            <a:ext cx="1554480" cy="50292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Wikidata: </a:t>
            </a:r>
            <a:pPr algn="l"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3977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Sharadar: </a:t>
            </a:r>
            <a:pPr algn="l"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kept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03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3483864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33672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2180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7236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extract entities and relationships from the text itself.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mined structure out of the text.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prompt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noisy output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Single-shot “rigorous” prompt</a:t>
            </a:r>
            <a:pPr algn="l" indent="0" marL="0"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(role, scope, predefined types)  →  better, still flawed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pipeline</a:t>
            </a:r>
            <a:pPr algn="l" indent="0" marL="0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  →  a reflection pass  →  relationships  →  what ships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extracted entities collapse into one generic label, not dynamic per-type labels, to avoid collisions before entity resolution exists.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66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failure modes handled along the way: inconsistent outputs and hallucinated links.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large language model.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the agent can count 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counting question, the agent without extracted structure burns retries or refuses. With it, the agent answers in fewer rounds — checked against a Cypher-computed ground truth.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structure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2688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· refuses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366760" y="3246120"/>
            <a:ext cx="2926080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6676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structure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3739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fewer rounds  </a:t>
            </a:r>
            <a:pPr algn="l" indent="0" marL="0">
              <a:buNone/>
            </a:pPr>
            <a:r>
              <a:rPr lang="en-US" sz="135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— Neo4j's query language, used here to compute the ground-truth count.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04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5225796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75604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54112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link similar content and resolve duplicate entities.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improved the graph itself.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SIMILAR_TO edges between chunks (vector-index search) drive redundancy-aware re-ranking and exploratory topic clustering (Louvain via GDS).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Duplicate entities are resolved — fuzzy name matching, then an LLM judging against graph context — and merged onto a canonical EntityGroup node via SAME_AS.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turns a pile of extracted mentions into a graph you can actually query.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0" y="3886200"/>
            <a:ext cx="457200" cy="292608"/>
          </a:xfrm>
          <a:prstGeom prst="rect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3886200"/>
            <a:ext cx="457200" cy="292608"/>
          </a:xfrm>
          <a:prstGeom prst="rect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4032504"/>
            <a:ext cx="822960" cy="0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955280" y="3575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SIMILAR_TO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366760" y="4544568"/>
            <a:ext cx="274320" cy="274320"/>
          </a:xfrm>
          <a:prstGeom prst="ellipse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9800" y="4544568"/>
            <a:ext cx="274320" cy="274320"/>
          </a:xfrm>
          <a:prstGeom prst="ellipse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5202936"/>
            <a:ext cx="310896" cy="310896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818888"/>
            <a:ext cx="612648" cy="384048"/>
          </a:xfrm>
          <a:prstGeom prst="line">
            <a:avLst/>
          </a:prstGeom>
          <a:noFill/>
          <a:ln w="16510">
            <a:solidFill>
              <a:srgbClr val="2E6E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4818888"/>
            <a:ext cx="-850392" cy="384048"/>
          </a:xfrm>
          <a:prstGeom prst="line">
            <a:avLst/>
          </a:prstGeom>
          <a:noFill/>
          <a:ln w="16510">
            <a:solidFill>
              <a:srgbClr val="2E6E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95560" y="4864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SAME_AS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5477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EntityGroup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— Neo4j Graph Data Science library. Louvain — a community-detection algorithm.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05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6967728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17536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96044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01100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a text-to-Cypher escape hatch for open-ended questions.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last-resort way to ask anything.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 schema-aware chain translates natural language into Cypher, wired in as an agent tool with write-operation guardrails.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Reached for only when the curated tools can't answer — powerful, and the one tool we trust least by default.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tools first; generation is the escape hatch, not the default.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— Neo4j's query language. NL — natural language.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Powerful, and not yet fully trustworthy.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it surfaced a real correctness bug — we found a measured mitigation, but generation stays probabilistic, improved, not guaranteed. And a measured limit: single-hop generated queries are reliable, multi-hop joins are not yet. We present both as genuine limitations, not footnotes.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</a:t>
            </a:r>
            <a:pPr algn="l" indent="0" marL="0">
              <a:buNone/>
            </a:pPr>
            <a:r>
              <a:rPr lang="en-US" sz="2000" i="1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pPr algn="l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half of the title doing its work.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06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870966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5946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37976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43032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evaluation, and what production actually demands.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whether any of it worked.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LLM-as-judge scores correctness, completeness, and grounding — multi-part questions decomposed into independently scored sub-claims.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Bias fixes: an anchored 1/3/5 rubric, and rationale written before the score — so the number follows the reasoning, not the reverse.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ran through the whole build — “did this layer actually help?” — and is consolidated here.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— using an LLM to grade another system's answers against explicit criteria.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for real.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refresh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833872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73912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7242048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considerations that separate a course demo from a financial decision-support system in production.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</a:t>
            </a:r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agent over an </a:t>
            </a:r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graph.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gave us flexibility in how we retrieve — choose a tool, use it, grade the result, retry. The knowledge graph gave us expansibility in what there is to retrieve — every module added new structure, and the same agent used it the moment it landed.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572768" y="46177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4F4F2"/>
          </a:solidFill>
          <a:ln w="15240">
            <a:solidFill>
              <a:srgbClr val="D3D3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72768" y="46360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retrieval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73168" y="46177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4F4F2"/>
          </a:solidFill>
          <a:ln w="1524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73168" y="46360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3568" y="46177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4F4F2"/>
          </a:solidFill>
          <a:ln w="15240">
            <a:solidFill>
              <a:srgbClr val="D3D3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46360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advisor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 can trace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46177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24928" y="46177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that defeated plain RAG — now in reach.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hard question needed a different capability, and each got one: a tool to ask with, and the graph structure to answer from.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Multi-hop — traverse people, roles, and companies, not just similar text.</a:t>
            </a:r>
            <a:endParaRPr lang="en-US" sz="1550" dirty="0"/>
          </a:p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Cross-document &amp; cross-company — links that live in the graph, discovered once and reused.</a:t>
            </a:r>
            <a:endParaRPr lang="en-US" sz="1550" dirty="0"/>
          </a:p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Comparison — structured financials and events, side by side.</a:t>
            </a:r>
            <a:endParaRPr lang="en-US" sz="15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Change over time — filings and periods anchored so shifts are queryable.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PATH, COMPLETE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built and used.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01400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financial advisor, grown one layer at a time.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Negro</a:t>
            </a:r>
            <a:pPr algn="l" indent="0" marL="0">
              <a:buNone/>
            </a:pPr>
            <a:r>
              <a:rPr lang="en-US" sz="12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Chief Scientist, GraphAware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