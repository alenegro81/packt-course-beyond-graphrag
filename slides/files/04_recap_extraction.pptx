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teaching arc: naive → rigorous single-shot → two-phase (entities, reflection, relationships). The ADR-style decision: one generic label to avoid collisions before resolution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payoff: a side-by-side on a counting question. Unstructured agent struggles; structured agent gets it right in fewer rounds, verified against Cypher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mined structure out of the text.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prompt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noisy output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Single-shot “rigorous” prompt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(role, scope, predefined types)  →  better, still flawed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pipeline</a:t>
            </a:r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entities  →  a reflection pass  →  relationships  →  what ships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— extracted entities collapse into one generic label, not dynamic per-type labels, to avoid collisions before entity resolution exists.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66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failure modes handled along the way: inconsistent outputs and hallucinated links.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— large language model.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the agent can count on.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counting question, the agent without extracted structure burns retries or refuses. With it, the agent answers in fewer rounds — checked against a Cypher-computed ground truth.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366760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structure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366760" y="2688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· refuses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366760" y="3246120"/>
            <a:ext cx="2926080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66760" y="342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structure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3739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correct, fewer rounds  </a:t>
            </a:r>
            <a:pPr algn="l" indent="0" marL="0">
              <a:buNone/>
            </a:pPr>
            <a:r>
              <a:rPr lang="en-US" sz="135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— Neo4j's query language, used here to compute the ground-truth count.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04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5225796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75604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54112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9168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link similar content and resolve duplicate entities.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1</cp:revision>
  <dcterms:created xsi:type="dcterms:W3CDTF">2026-09-14T17:06:02Z</dcterms:created>
  <dcterms:modified xsi:type="dcterms:W3CDTF">2026-09-14T17:06:02Z</dcterms:modified>
</cp:coreProperties>
</file>