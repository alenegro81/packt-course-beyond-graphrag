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Beyond GraphRAG — an explainable financial advisor built on a knowledge graph, Neo4j and LLM agents. Alessandro Negro, Chief Scientist at GraphAware.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decisions depend on knowledge spread across sources. Plain RAG's flat chunk retrieval is a weak fit — the scattered squares are disconnected chunks with nothing linking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concrete: financial markets and value investing. What you need to know about a company is spread across filings, news, executive/board data, and structured financials.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span simple lookups, multi-hop reasoning, comparison, and change-over-time — the full range a real advisor must cover, and where flat RAG falls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statement for the whole workshop: gather and organize this information into a knowledge graph, and make it accessible. That's the spine of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as a concept is still the right tool. But it has many implementations, and the choice of implementation is most of what determines whether it works for this kind of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simple: one-shot RAG (Module 1). Embed the question, retrieve chunks, build context, generate an answer. Get the mechanics — then watch it fail on multi-hop, cross-document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an agentic loop. The agent decides which tool to use, uses it, evaluates the result, and retries when retrieval or the answer isn't good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how easy the loop is to extend. Every module from 3 onward adds a new tool to the same agent without restructuring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that ties the course together. An agent that can flexibly choose tools is wasted on a knowledge base that can't grow. That's why a knowledge graph is the foundation, not a flat vector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explicitly because it's how the course is structured: build the knowledge graph step by step and put each extension to use immediately. Never build ahead of what we can demonstrate.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roadmap. This same schematic recurs at every module transition — only the highlight moves. Right now the whole path is ahead of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stack, no logos. Azure OpenAI is chat/generation only; embeddings run locally with bge-m3, so no embedding API call. LangGraph is what makes 'evaluates its own results' concrete — explicit grading and retry edges, not a bare ReAct loop. Version note if asked: development ran against Neo4j 2026.x (Enterprise) — Module 2's multi-property vector index + SEARCH clause need Cypher 25 (Neo4j 2026.01+), and the GDS/Louvain work needs the Graph Data Science library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first notebook, module_01_baseline.ipynb.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PACKT COURSE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GraphRAG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explainable financial advisor with knowledge graphs, Neo4j, and LLM agents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Negro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Scientist, GraphAware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decisions need everything in one place.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to decide well is scattered across many documents. It has to be found, aggregated, and summarized before a person can use it.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RAG retrieves flat, disconnected chunks. For this kind of question, that is a weak fit.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129016" y="2212848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3788" y="1956816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81944" y="2596896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3940" y="3108960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68712" y="3236976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0708" y="3749040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7172" y="4005072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03636" y="3749040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20556" y="2596896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83419" y="4133088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7324" y="4337914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retrieval-augmented generation.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investing is a knowledge problem.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judge a company you must know a great deal about it — and that knowledge lives in four different places, never one.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 (10-Ks)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2148840"/>
            <a:ext cx="1097280" cy="1124712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2971800"/>
            <a:ext cx="1097280" cy="301752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&amp; 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3794760"/>
            <a:ext cx="1097280" cy="-521208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0" y="4617720"/>
            <a:ext cx="1097280" cy="-1344168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10928" y="3200400"/>
            <a:ext cx="146304" cy="14630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0353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company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10-K — a company's annual report filed with the U.S. SEC.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REAL ADVISOR MUST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that quietly defeat a vanilla RAG pipeline: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332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a CEO change after joining — and how did the business change with them?</a:t>
            </a:r>
            <a:endParaRPr lang="en-US" sz="2100" dirty="0"/>
          </a:p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 Company A apart from Company B in the same period — and whose approach played out better?</a:t>
            </a:r>
            <a:endParaRPr lang="en-US" sz="2100" dirty="0"/>
          </a:p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a company's stated priorities shift across consecutive annual reports?</a:t>
            </a:r>
            <a:endParaRPr lang="en-US" sz="2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executives moved between rival firms — and what happened around each move?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Multi-hop.  Cross-document.  Comparison.  Change over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the knowledge, organize it as a graph, make it accessible.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spine — a knowledge graph you can grow and query — is what everything else in the course is built 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(knowledge graph) — entities and the relationships between them, stored as a graph.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DONE RIGHT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stays our best friend.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never whether to retrieve — it's how. RAG has many possible implementations, and the implementation is most of what decides whether it actually works for questions like these.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WHERE WE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RAG.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chunks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easy lookups — and visibly stumbles the moment a question needs more than flat similarity.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A SMARTER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chooses a tool, uses it, grades the result — and retries when the retrieval or the answer isn't good enough.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4904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9556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7088" y="4251960"/>
            <a:ext cx="26151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81728" y="4251960"/>
            <a:ext cx="26151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16368" y="4251960"/>
            <a:ext cx="26151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4306824"/>
            <a:ext cx="0" cy="512064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0" y="4818888"/>
            <a:ext cx="2834640" cy="0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4306824"/>
            <a:ext cx="0" cy="512064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  <a:head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65760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large language model (the agent's reasoning).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LOOP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many tools.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agent loop exists, every later module adds a new tool to the same agent — no restructuring.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76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87952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87952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98464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98464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08976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D3D3C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808976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19488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D3D3C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619488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modules add tools to the same agent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is only as good as the knowledge base behind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agent is wasted on a store that can't grow. Extensible retrieval has to be paired with an extensible knowledge store —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knowledge graph</a:t>
            </a:r>
            <a:pPr algn="l" indent="0" marL="0">
              <a:buNone/>
            </a:pPr>
            <a:r>
              <a:rPr lang="en-US" sz="22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a flat vector index.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BUILD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graph one layer at a time — and use each layer at once.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build ahead of what we can demonstrate. Modules 3–7 each add one capability to the graph and one to the agent, in the same step.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layers. Each one earns its place.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ends with a system that is visibly better than the last — motivated by a limitation you just watched the previous one hit.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built 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property graph + native vector index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980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agent loop with retrieval- and answer-grading steps, plus retry edges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0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chat / agent reasoning only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22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sentence-transformers, BAAI/bge-m3 — no embedding API call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342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PDF parsing &amp; chunking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tool wrapping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58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schema validation throughout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828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RAG on filings.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977640"/>
            <a:ext cx="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10-Ks into Neo4j and stand up a one-shot RAG baseline — then find its edges.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→ Module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