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Grew the graph with Wikidata, Sharadar and NYT news; added Person, Event, Article, FinancialPeriod. Evolved a live graph safely and tested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interesting decision worth surfacing: source disagreement on sector/industry is treated as data, not silently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G">
    <p:bg>
      <p:bgPr>
        <a:solidFill>
          <a:srgbClr val="F4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graph now holds more than text.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77440"/>
            <a:ext cx="1054577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spcAft>
                <a:spcPts val="1000"/>
              </a:spcAft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New sources: Wikidata (executives, board, company profile — no API key), Sharadar (fundamentals, corporate actions), and NYT news.</a:t>
            </a:r>
            <a:endParaRPr lang="en-US" sz="165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New node types — Person, Event, Article, FinancialPeriod — grown into a live graph, incrementally and tested at each step.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addition was checked to see it improved answers rather than just adding noise.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NYT — The New York Times.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HONEST CASE STUDY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two sources disagree, keep the disagreement.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8803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Wikidata and Sharadar sometimes classify the same company's industry or sector differently. We don't silently pick a winner — the conflict is recorded as data the agent can reason over.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138160" y="3566160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34747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84464" y="3639312"/>
            <a:ext cx="1554480" cy="-50292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84464" y="3639312"/>
            <a:ext cx="1554480" cy="50292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875520" y="2926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Wikidata: </a:t>
            </a:r>
            <a:pPr algn="l"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875520" y="3977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Sharadar: </a:t>
            </a:r>
            <a:pPr algn="l" indent="0" marL="0">
              <a:buNone/>
            </a:pPr>
            <a:r>
              <a:rPr lang="en-US" sz="125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B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456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kept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03504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03 complete.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3977640"/>
            <a:ext cx="10451592" cy="0"/>
          </a:xfrm>
          <a:prstGeom prst="line">
            <a:avLst/>
          </a:prstGeom>
          <a:noFill/>
          <a:ln w="12700">
            <a:solidFill>
              <a:srgbClr val="D3D3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977640"/>
            <a:ext cx="3483864" cy="0"/>
          </a:xfrm>
          <a:prstGeom prst="line">
            <a:avLst/>
          </a:prstGeom>
          <a:noFill/>
          <a:ln w="19050">
            <a:solidFill>
              <a:srgbClr val="1A1A1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7460" y="3904488"/>
            <a:ext cx="146304" cy="146304"/>
          </a:xfrm>
          <a:prstGeom prst="ellipse">
            <a:avLst/>
          </a:prstGeom>
          <a:solidFill>
            <a:srgbClr val="1A1A1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3337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78765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33672" y="3858768"/>
            <a:ext cx="237744" cy="237744"/>
          </a:xfrm>
          <a:prstGeom prst="ellipse">
            <a:avLst/>
          </a:prstGeom>
          <a:solidFill>
            <a:srgbClr val="2E6E6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75304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29584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12180" y="3895344"/>
            <a:ext cx="164592" cy="164592"/>
          </a:xfrm>
          <a:prstGeom prst="ellipse">
            <a:avLst/>
          </a:prstGeom>
          <a:solidFill>
            <a:srgbClr val="F4F4F2"/>
          </a:solidFill>
          <a:ln w="15875">
            <a:solidFill>
              <a:srgbClr val="8282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7236" y="31546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6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317236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71516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1A1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63256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13448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505188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01100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755380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Text2Cypher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1247120" y="3904488"/>
            <a:ext cx="146304" cy="146304"/>
          </a:xfrm>
          <a:prstGeom prst="ellipse">
            <a:avLst/>
          </a:prstGeom>
          <a:solidFill>
            <a:srgbClr val="F4F4F2"/>
          </a:solidFill>
          <a:ln w="12700">
            <a:solidFill>
              <a:srgbClr val="D3D3C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43032" y="346557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BB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0497312" y="416052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</a:t>
            </a:r>
            <a:endParaRPr lang="en-US" sz="10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25780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next — extract entities and relationships from the text itself.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GraphRAG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88233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282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03 · Recap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GraphAware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Alessandro Negro</dc:creator>
  <cp:lastModifiedBy>Alessandro Negro</cp:lastModifiedBy>
  <cp:revision>1</cp:revision>
  <dcterms:created xsi:type="dcterms:W3CDTF">2026-09-14T17:06:02Z</dcterms:created>
  <dcterms:modified xsi:type="dcterms:W3CDTF">2026-09-14T17:06:02Z</dcterms:modified>
</cp:coreProperties>
</file>